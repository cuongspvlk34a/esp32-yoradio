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40080"/>
            <a:ext cx="822960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YoRadio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 Đầy Đủ — Dành Cho Người Mới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ESP32-WROOM-32 · MAX98357 · ST7789V 2.8" · XPT2046 · KY-040 · IR1838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4FF7A0"/>
          </a:solidFill>
          <a:ln w="12700">
            <a:solidFill>
              <a:srgbClr val="4FF7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3580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· ĐÃ SỬA LỖI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3017520"/>
            <a:ext cx="320040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303580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minh qua source code v0.9.720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862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Kết nối phần cứng   ·   2. Cài Arduino IDE   ·   3. myoptions.h   ·   4. Upload sketch   ·   5. Upload data   ·   6. Cấu hình   ·   7. Điều khiển   ·   8. Troubleshooting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937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github.com/e2002/yoradio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504F"/>
          </a:solidFill>
          <a:ln w="12700">
            <a:solidFill>
              <a:srgbClr val="F750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ĐÍNH CHÍNH — Các lỗi đã sửa so với hướng dẫn cũ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886968"/>
          </a:xfrm>
          <a:prstGeom prst="rect">
            <a:avLst/>
          </a:prstGeom>
          <a:solidFill>
            <a:srgbClr val="161B22"/>
          </a:solidFill>
          <a:ln w="12700">
            <a:solidFill>
              <a:srgbClr val="3D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49808"/>
            <a:ext cx="54864" cy="886968"/>
          </a:xfrm>
          <a:prstGeom prst="rect">
            <a:avLst/>
          </a:prstGeom>
          <a:solidFill>
            <a:srgbClr val="F7504F"/>
          </a:solidFill>
          <a:ln w="12700">
            <a:solidFill>
              <a:srgbClr val="F750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863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Partition Scheme "Default 4MB with spiffs"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F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Minimal SPIFFS (1.9MB APP with OTA/190KB SPIFFS)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11 file web chỉ ~29KB — vừa trong 190KB SPIFFS. Đã kiểm tra thực tế.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55648"/>
            <a:ext cx="8412480" cy="886968"/>
          </a:xfrm>
          <a:prstGeom prst="rect">
            <a:avLst/>
          </a:prstGeom>
          <a:solidFill>
            <a:srgbClr val="161B22"/>
          </a:solidFill>
          <a:ln w="12700">
            <a:solidFill>
              <a:srgbClr val="3D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55648"/>
            <a:ext cx="54864" cy="886968"/>
          </a:xfrm>
          <a:prstGeom prst="rect">
            <a:avLst/>
          </a:prstGeom>
          <a:solidFill>
            <a:srgbClr val="F7504F"/>
          </a:solidFill>
          <a:ln w="12700">
            <a:solidFill>
              <a:srgbClr val="F750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922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Cài thư viện IRremoteESP8266 từ Library Manager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057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F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KHÔNG cài — đã built-in tại src/IRremoteESP8266/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3317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thêm sẽ gây xung đột và lỗi compile ngay lập tức.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61488"/>
            <a:ext cx="8412480" cy="886968"/>
          </a:xfrm>
          <a:prstGeom prst="rect">
            <a:avLst/>
          </a:prstGeom>
          <a:solidFill>
            <a:srgbClr val="161B22"/>
          </a:solidFill>
          <a:ln w="12700">
            <a:solidFill>
              <a:srgbClr val="3D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761488"/>
            <a:ext cx="54864" cy="886968"/>
          </a:xfrm>
          <a:prstGeom prst="rect">
            <a:avLst/>
          </a:prstGeom>
          <a:solidFill>
            <a:srgbClr val="F7504F"/>
          </a:solidFill>
          <a:ln w="12700">
            <a:solidFill>
              <a:srgbClr val="F750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980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#define XTASK_MEM_SIZE 4096 trong myoptions.h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063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F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Không cần dòng này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337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đã tự xử lý trong AsyncTCP.h với giá trị hợp lý.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767328"/>
            <a:ext cx="8412480" cy="886968"/>
          </a:xfrm>
          <a:prstGeom prst="rect">
            <a:avLst/>
          </a:prstGeom>
          <a:solidFill>
            <a:srgbClr val="161B22"/>
          </a:solidFill>
          <a:ln w="12700">
            <a:solidFill>
              <a:srgbClr val="3D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767328"/>
            <a:ext cx="54864" cy="886968"/>
          </a:xfrm>
          <a:prstGeom prst="rect">
            <a:avLst/>
          </a:prstGeom>
          <a:solidFill>
            <a:srgbClr val="F7504F"/>
          </a:solidFill>
          <a:ln w="12700">
            <a:solidFill>
              <a:srgbClr val="F750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039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Dùng ESP32FS Plugin → Tools → ESP32 Sketch Data Upload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069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F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 Board Uploader tích hợp sẵn từ v0.9.000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3434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11 file qua trình duyệt tại 192.168.4.1 sau khi nạp sketch.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F7A0"/>
          </a:solidFill>
          <a:ln w="12700">
            <a:solidFill>
              <a:srgbClr val="4FF7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Sơ đồ kết nối phần cứng (1/3)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F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 SPI VSPI CHUNG  +  MÀN HÌNH TFT ST7789V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04672"/>
          <a:ext cx="8412480" cy="82296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4297680"/>
              </a:tblGrid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Tín hiệu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ESP32 GPIO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Đi tới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SCK / CLK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IO18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TFT SCK · T_CLK · SD_SCK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MOSI / DIN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IO23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TFT SDI · T_DIN · SD_MOSI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MISO / DO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IO19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T_DO (XPT2046) · SD_MISO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1719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MÀN HÌNH TFT ST7789V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93392"/>
          <a:ext cx="8412480" cy="283464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4206240"/>
              </a:tblGrid>
              <a:tr h="31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Chân FEIYANG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ESP32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Ghi chú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VCC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3.3V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 (LCD_CS)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RESET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IO15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Phải cắm dây vật lý — quan trọng!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DC / RS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IO18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7D4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BUS CHUNG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SDI / MOSI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IO23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7D4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BUS CHUNG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 (backlight)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3.3V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Hoặc qua điện trở 100Ω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F7A0"/>
          </a:solidFill>
          <a:ln w="12700">
            <a:solidFill>
              <a:srgbClr val="4FF7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Sơ đồ kết nối phần cứng (2/3)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F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CẢM ỨNG XPT2046  +  SD CARD  +  I2S DAC MAX98357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9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CẢM ỨNG XPT2046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4023360" cy="150876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64592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Chân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ESP32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Ghi chú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T_CLK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IO18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7D4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BUS CHUNG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T_CS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 riêng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T_DIN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IO23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7D4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BUS CHUNG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T_DO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IO19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7D4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BUS CHUNG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T_IRQ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Không cắm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Để trống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7498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9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 CARD</a:t>
            </a:r>
            <a:endParaRPr lang="en-US" sz="10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05840"/>
          <a:ext cx="4023360" cy="128016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4630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Chân FEIYANG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ESP32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Ghi chú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SD_SCK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IO18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7D4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BUS CHUNG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SD_MISO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IO19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7D4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BUS CHUNG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SD_MOSI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IO23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7D4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BUS CHUNG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SD_CS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IO17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 riêng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365760" y="260604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9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I2S DAC MAX98357 + LOA 4Ω 3W</a:t>
            </a:r>
            <a:endParaRPr lang="en-US" sz="10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52928"/>
          <a:ext cx="8412480" cy="210312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4023360"/>
              </a:tblGrid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Chân MAX98357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ESP32 GPIO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Ghi chú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FF7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3.3V hoặc 5V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5V cho âm lượng lớn hơn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IO27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BCLK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IO26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LRC / WSEL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IO25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SD / GAIN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Để trống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Gain mặc định 9dB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OUT+ / OUT−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FF7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→ Loa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Nối thẳng 2 chân loa 4Ω 3W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F7A0"/>
          </a:solidFill>
          <a:ln w="12700">
            <a:solidFill>
              <a:srgbClr val="4FF7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Sơ đồ kết nối phần cứng (3/3)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F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ENCODER KY-040  +  IR1838  +  TỔNG KẾT GPIO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9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ENCODER KY-040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33272"/>
          <a:ext cx="3931920" cy="155448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554480"/>
              </a:tblGrid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Chân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ESP32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Chức năng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VCC (+)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FF7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3.3V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CLK (A)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IO34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Vol− / quay trái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DT (B)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IO35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Vol+ / quay phải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SW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IO32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Nhấn nút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2651760"/>
            <a:ext cx="3931920" cy="658368"/>
          </a:xfrm>
          <a:prstGeom prst="rect">
            <a:avLst/>
          </a:prstGeom>
          <a:solidFill>
            <a:srgbClr val="0D2A1F"/>
          </a:solidFill>
          <a:ln w="12700">
            <a:solidFill>
              <a:srgbClr val="4FF7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67004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F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IO34, IO35 là input-only — phù hợp encoder.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FF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ENC_INTERNALPULLUP = false (KY-040 có pull-up 10K).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FF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ngược chiều → đổi chỗ 2 dây CLK↔DT.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663440" y="77724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9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 RECEIVER IR1838</a:t>
            </a:r>
            <a:endParaRPr lang="en-US" sz="10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33272"/>
          <a:ext cx="4114800" cy="105156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828800"/>
              </a:tblGrid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Chân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ESP32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Ghi chú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VCC (S)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FF7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3.3V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IO36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Input-only — phù hợp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65760" y="340156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D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TỔNG KẾT GPIO ĐÃ DÙNG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65760" y="3675888"/>
            <a:ext cx="162763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369417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IO4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TFT DC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048256" y="3675888"/>
            <a:ext cx="162763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48256" y="369417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IO5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TFT CS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730752" y="3675888"/>
            <a:ext cx="162763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730752" y="369417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IO15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TFT RST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413248" y="3675888"/>
            <a:ext cx="162763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13248" y="369417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IO16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Touch CS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7095744" y="3675888"/>
            <a:ext cx="162763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095744" y="369417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IO17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SD CS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65760" y="3995928"/>
            <a:ext cx="162763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65760" y="401421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IO18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SPI SCK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2048256" y="3995928"/>
            <a:ext cx="162763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048256" y="401421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IO19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SPI MISO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3730752" y="3995928"/>
            <a:ext cx="162763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730752" y="401421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IO23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SPI MOSI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5413248" y="3995928"/>
            <a:ext cx="162763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413248" y="401421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IO25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I2S LRC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7095744" y="3995928"/>
            <a:ext cx="162763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095744" y="401421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IO26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I2S BCLK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365760" y="4315968"/>
            <a:ext cx="162763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65760" y="433425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IO27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I2S DOUT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2048256" y="4315968"/>
            <a:ext cx="162763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2048256" y="433425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IO32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Enc SW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3730752" y="4315968"/>
            <a:ext cx="162763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730752" y="433425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IO34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Enc CLK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5413248" y="4315968"/>
            <a:ext cx="162763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413248" y="433425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IO35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Enc DT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7095744" y="4315968"/>
            <a:ext cx="162763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7095744" y="433425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IO36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IR OUT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Cài đặt môi trường Arduino IDE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566928"/>
            <a:ext cx="8412480" cy="475488"/>
          </a:xfrm>
          <a:prstGeom prst="rect">
            <a:avLst/>
          </a:prstGeom>
          <a:solidFill>
            <a:srgbClr val="2D0A0A"/>
          </a:solidFill>
          <a:ln w="12700">
            <a:solidFill>
              <a:srgbClr val="F750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035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Arduino IDE 2.x KHÔNG được hỗ trợ → Dùng bản 1.8.19     |     🚫  ESP32 core 3.x chưa tương thích → Dùng core 2.x (vd: 2.0.17)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07008"/>
            <a:ext cx="402336" cy="402336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1615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13385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Arduino IDE 1.8.19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38988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Vào arduino.cc/en/software → mục "Legacy IDE (1.8.X)" → tải và cài đặt bình thường.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865376"/>
            <a:ext cx="84124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975104"/>
            <a:ext cx="402336" cy="402336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8424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19019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ESP32 board URL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157984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→ Preferences → dán vào "Additional Boards Manager URLs":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https://raw.githubusercontent.com/espressif/arduino-esp32/gh-pages/package_esp32_index.json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633472"/>
            <a:ext cx="84124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743200"/>
            <a:ext cx="402336" cy="402336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5234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67004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ESP32 core 2.x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29260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→ Board → Boards Manager → tìm "esp32 by Espressif" → chọn phiên bản 2.0.17 → Install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401568"/>
            <a:ext cx="84124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511296"/>
            <a:ext cx="402336" cy="402336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20440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4381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4 thư viện qua Library Manager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369417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Sketch → Include Library → Manage Libraries → cài: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Adafruit GFX Library    ② Adafruit ST7735 and ST7789 Libraries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OneButton    ④ XPT2046_Touchscreen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169664"/>
            <a:ext cx="84124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279392"/>
            <a:ext cx="402336" cy="402336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8853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42062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file glcdfont.c — Bắt buộc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44622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Windows: C:\Users\[tên]\Documents\Arduino\libraries\Adafruit_GFX_Library\glcdfont.c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macOS: ~/Documents/Arduino/libraries/Adafruit_GFX_Library/glcdfont.c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Thay bằng: yoradio-main/yoRadio/fonts/glcdfont.c → Restart Arduino IDE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919472"/>
            <a:ext cx="8412480" cy="274320"/>
          </a:xfrm>
          <a:prstGeom prst="rect">
            <a:avLst/>
          </a:prstGeom>
          <a:solidFill>
            <a:srgbClr val="2D0A0A"/>
          </a:solidFill>
          <a:ln w="12700">
            <a:solidFill>
              <a:srgbClr val="F750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937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KHÔNG cài: IRremoteESP8266 · ESP32-audioI2S · AsyncTCP · ESPAsyncWebServer · async-mqtt-client — tất cả đã built-in trong project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4F"/>
          </a:solidFill>
          <a:ln w="12700">
            <a:solidFill>
              <a:srgbClr val="F793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Chuẩn bị project &amp; myoptions.h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thư mục: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200400" cy="1280160"/>
          </a:xfrm>
          <a:prstGeom prst="rect">
            <a:avLst/>
          </a:prstGeom>
          <a:solidFill>
            <a:srgbClr val="0A0C1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3017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yoradio-main/
</a:t>
            </a:r>
            <a:pPr indent="0" marL="0">
              <a:buNone/>
            </a:pPr>
            <a:r>
              <a:rPr lang="en-US" sz="10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yoRadio/
</a:t>
            </a:r>
            <a:pPr indent="0" marL="0">
              <a:buNone/>
            </a:pPr>
            <a:r>
              <a:rPr lang="en-US" sz="1000" dirty="0">
                <a:solidFill>
                  <a:srgbClr val="4FF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yoRadio.ino
</a:t>
            </a:r>
            <a:pPr indent="0" marL="0">
              <a:buNone/>
            </a:pPr>
            <a:r>
              <a:rPr lang="en-US" sz="1000" dirty="0">
                <a:solidFill>
                  <a:srgbClr val="F79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myoptions.h
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data/
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www/   (11 files)
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data/  (playlist, wifi)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749040" y="54864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myoptions.h — chính xác: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49040" y="804672"/>
            <a:ext cx="5212080" cy="4114800"/>
          </a:xfrm>
          <a:prstGeom prst="rect">
            <a:avLst/>
          </a:prstGeom>
          <a:solidFill>
            <a:srgbClr val="0A0C1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82296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#ifndef myoptions_h
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myoptions_h
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L10N_LANGUAGE</a:t>
            </a:r>
            <a:pPr indent="0" marL="0">
              <a:buNone/>
            </a:pPr>
            <a:r>
              <a:rPr lang="en-US" sz="900" dirty="0">
                <a:solidFill>
                  <a:srgbClr val="4FF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
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DSP_MODEL</a:t>
            </a:r>
            <a:pPr indent="0" marL="0">
              <a:buNone/>
            </a:pPr>
            <a:r>
              <a:rPr lang="en-US" sz="900" dirty="0">
                <a:solidFill>
                  <a:srgbClr val="4FF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DSP_ST7789
</a:t>
            </a:r>
            <a:pPr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TFT_CS</a:t>
            </a:r>
            <a:pPr indent="0" marL="0">
              <a:buNone/>
            </a:pPr>
            <a:r>
              <a:rPr lang="en-US" sz="900" dirty="0">
                <a:solidFill>
                  <a:srgbClr val="F7D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5
</a:t>
            </a:r>
            <a:pPr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TFT_DC</a:t>
            </a:r>
            <a:pPr indent="0" marL="0">
              <a:buNone/>
            </a:pPr>
            <a:r>
              <a:rPr lang="en-US" sz="900" dirty="0">
                <a:solidFill>
                  <a:srgbClr val="F7D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4
</a:t>
            </a:r>
            <a:pPr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TFT_RST</a:t>
            </a:r>
            <a:pPr indent="0" marL="0">
              <a:buNone/>
            </a:pPr>
            <a:r>
              <a:rPr lang="en-US" sz="900" dirty="0">
                <a:solidFill>
                  <a:srgbClr val="F7D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15
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TS_MODEL</a:t>
            </a:r>
            <a:pPr indent="0" marL="0">
              <a:buNone/>
            </a:pPr>
            <a:r>
              <a:rPr lang="en-US" sz="900" dirty="0">
                <a:solidFill>
                  <a:srgbClr val="4FF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TS_MODEL_XPT2046
</a:t>
            </a:r>
            <a:pPr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TS_CS</a:t>
            </a:r>
            <a:pPr indent="0" marL="0">
              <a:buNone/>
            </a:pPr>
            <a:r>
              <a:rPr lang="en-US" sz="900" dirty="0">
                <a:solidFill>
                  <a:srgbClr val="F7D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16
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SDC_CS</a:t>
            </a:r>
            <a:pPr indent="0" marL="0">
              <a:buNone/>
            </a:pPr>
            <a:r>
              <a:rPr lang="en-US" sz="900" dirty="0">
                <a:solidFill>
                  <a:srgbClr val="F7D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17
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I2S_DOUT</a:t>
            </a:r>
            <a:pPr indent="0" marL="0">
              <a:buNone/>
            </a:pPr>
            <a:r>
              <a:rPr lang="en-US" sz="900" dirty="0">
                <a:solidFill>
                  <a:srgbClr val="F7D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27
</a:t>
            </a:r>
            <a:pPr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I2S_BCLK</a:t>
            </a:r>
            <a:pPr indent="0" marL="0">
              <a:buNone/>
            </a:pPr>
            <a:r>
              <a:rPr lang="en-US" sz="900" dirty="0">
                <a:solidFill>
                  <a:srgbClr val="F7D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26
</a:t>
            </a:r>
            <a:pPr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I2S_LRC</a:t>
            </a:r>
            <a:pPr indent="0" marL="0">
              <a:buNone/>
            </a:pPr>
            <a:r>
              <a:rPr lang="en-US" sz="900" dirty="0">
                <a:solidFill>
                  <a:srgbClr val="F7D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25
</a:t>
            </a:r>
            <a:pPr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VS1053_CS</a:t>
            </a:r>
            <a:pPr indent="0" marL="0">
              <a:buNone/>
            </a:pPr>
            <a:r>
              <a:rPr lang="en-US" sz="900" dirty="0">
                <a:solidFill>
                  <a:srgbClr val="F7D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255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tắt VS1053
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ENC_BTNL</a:t>
            </a:r>
            <a:pPr indent="0" marL="0">
              <a:buNone/>
            </a:pPr>
            <a:r>
              <a:rPr lang="en-US" sz="900" dirty="0">
                <a:solidFill>
                  <a:srgbClr val="F7D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34
</a:t>
            </a:r>
            <a:pPr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ENC_BTNR</a:t>
            </a:r>
            <a:pPr indent="0" marL="0">
              <a:buNone/>
            </a:pPr>
            <a:r>
              <a:rPr lang="en-US" sz="900" dirty="0">
                <a:solidFill>
                  <a:srgbClr val="F7D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35
</a:t>
            </a:r>
            <a:pPr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ENC_BTNB</a:t>
            </a:r>
            <a:pPr indent="0" marL="0">
              <a:buNone/>
            </a:pPr>
            <a:r>
              <a:rPr lang="en-US" sz="900" dirty="0">
                <a:solidFill>
                  <a:srgbClr val="F7D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32
</a:t>
            </a:r>
            <a:pPr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ENC_INTERNALPULLUP</a:t>
            </a:r>
            <a:pPr indent="0" marL="0">
              <a:buNone/>
            </a:pPr>
            <a:r>
              <a:rPr lang="en-US" sz="900" dirty="0">
                <a:solidFill>
                  <a:srgbClr val="4FF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false
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IR_PIN</a:t>
            </a:r>
            <a:pPr indent="0" marL="0">
              <a:buNone/>
            </a:pPr>
            <a:r>
              <a:rPr lang="en-US" sz="900" dirty="0">
                <a:solidFill>
                  <a:srgbClr val="F7D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36
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#endif
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3200400" cy="640080"/>
          </a:xfrm>
          <a:prstGeom prst="rect">
            <a:avLst/>
          </a:prstGeom>
          <a:solidFill>
            <a:srgbClr val="1A2B10"/>
          </a:solidFill>
          <a:ln w="12700">
            <a:solidFill>
              <a:srgbClr val="4FF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6712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F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Encoder ngược chiều?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FF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Đổi chỗ 2 dây CLK↔DT trên board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FF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Hoặc đổi ENC_BTNL ↔ ENC_BTNR rồi upload lại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504F"/>
          </a:solidFill>
          <a:ln w="12700">
            <a:solidFill>
              <a:srgbClr val="F750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Cài đặt board &amp; Upload Sketch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menu — cài đúng từng mục: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04672"/>
          <a:ext cx="5029200" cy="246888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FF7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ESP32 Dev Module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Frequency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FF7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240MHz (WiFi/BT)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Frequency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FF7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80MHz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FF7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QIO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FF7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4MB (32Mb)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Partition Scheme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7D4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Minimal SPIFFS (1.9MB APP with OTA/190KB SPIFFS) ⚠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FF7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921600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FF7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Disabled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Debug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FF7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337560"/>
            <a:ext cx="5029200" cy="475488"/>
          </a:xfrm>
          <a:prstGeom prst="rect">
            <a:avLst/>
          </a:prstGeom>
          <a:solidFill>
            <a:srgbClr val="2B2000"/>
          </a:solidFill>
          <a:ln w="12700">
            <a:solidFill>
              <a:srgbClr val="F7D4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3355848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D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Partition Scheme là điểm hay sai nhất!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7D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11 file web chỉ ~29KB — vừa trong 190KB SPIFFS.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577840" y="5486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upload: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77840" y="804672"/>
            <a:ext cx="32918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50992" y="914400"/>
            <a:ext cx="347472" cy="34747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50992" y="92354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80760" y="850392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yoRadio.ino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Open → chọn yoradio-main/yoRadio/yoRadio.ino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77840" y="1764792"/>
            <a:ext cx="329184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50992" y="1874520"/>
            <a:ext cx="347472" cy="34747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50992" y="188366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80760" y="1810512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Nhấn Upload (Ctrl+U)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đầu compile ~3–8 phút (file Audio.cpp 221KB)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Bình thường, không phải lỗi.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77840" y="2724912"/>
            <a:ext cx="3291840" cy="868680"/>
          </a:xfrm>
          <a:prstGeom prst="rect">
            <a:avLst/>
          </a:prstGeom>
          <a:solidFill>
            <a:srgbClr val="2B2000"/>
          </a:solidFill>
          <a:ln w="12700">
            <a:solidFill>
              <a:srgbClr val="F7D44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50992" y="2834640"/>
            <a:ext cx="347472" cy="347472"/>
          </a:xfrm>
          <a:prstGeom prst="ellipse">
            <a:avLst/>
          </a:prstGeom>
          <a:solidFill>
            <a:srgbClr val="F7D44F"/>
          </a:solidFill>
          <a:ln w="12700">
            <a:solidFill>
              <a:srgbClr val="F7D44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50992" y="284378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80760" y="2770632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D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lỗi "Failed to connect":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D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nút BOOT → nhấn Upload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D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thả BOOT khi thấy "Connecting..."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F7A0"/>
          </a:solidFill>
          <a:ln w="12700">
            <a:solidFill>
              <a:srgbClr val="4FF7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Upload data qua WEB Board Uploader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347472"/>
          </a:xfrm>
          <a:prstGeom prst="rect">
            <a:avLst/>
          </a:prstGeom>
          <a:solidFill>
            <a:srgbClr val="0D2A1F"/>
          </a:solidFill>
          <a:ln w="12700">
            <a:solidFill>
              <a:srgbClr val="4FF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76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F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Từ v0.9.000 không cần ESP32FS Plugin. Firmware tích hợp sẵn trang upload. Làm SAU khi đã upload sketch.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384048" cy="384048"/>
          </a:xfrm>
          <a:prstGeom prst="ellipse">
            <a:avLst/>
          </a:prstGeom>
          <a:solidFill>
            <a:srgbClr val="4FF7A0"/>
          </a:solidFill>
          <a:ln w="12700">
            <a:solidFill>
              <a:srgbClr val="4FF7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881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102412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vào WiFi AP của ESP32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289304"/>
            <a:ext cx="7680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Tên AP: yoRadioAP     Mật khẩu: 12345987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737360"/>
            <a:ext cx="841248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28800"/>
            <a:ext cx="384048" cy="384048"/>
          </a:xfrm>
          <a:prstGeom prst="ellipse">
            <a:avLst/>
          </a:prstGeom>
          <a:solidFill>
            <a:srgbClr val="4FF7A0"/>
          </a:solidFill>
          <a:ln w="12700">
            <a:solidFill>
              <a:srgbClr val="4FF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3794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2688" y="177393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trình duyệt → http://192.168.4.1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2039112"/>
            <a:ext cx="7680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Trang upload tự hiện. Nếu hỏi "không có internet" → chọn tiếp tục.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487168"/>
            <a:ext cx="841248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578608"/>
            <a:ext cx="384048" cy="384048"/>
          </a:xfrm>
          <a:prstGeom prst="ellipse">
            <a:avLst/>
          </a:prstGeom>
          <a:solidFill>
            <a:srgbClr val="4FF7A0"/>
          </a:solidFill>
          <a:ln w="12700">
            <a:solidFill>
              <a:srgbClr val="4FF7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877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25237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TẤT CẢ 11 file trong data/www/ → Upload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788920"/>
            <a:ext cx="7680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dragpl.js.gz · ir.css.gz · ir.js.gz · irrecord.html.gz · logo.svg.gz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options.html.gz · player.html.gz · script.js.gz · style.css.gz · theme.css · updform.html.gz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236976"/>
            <a:ext cx="841248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328416"/>
            <a:ext cx="384048" cy="384048"/>
          </a:xfrm>
          <a:prstGeom prst="ellipse">
            <a:avLst/>
          </a:prstGeom>
          <a:solidFill>
            <a:srgbClr val="4FF7A0"/>
          </a:solidFill>
          <a:ln w="12700">
            <a:solidFill>
              <a:srgbClr val="4FF7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375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2688" y="32735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tự restart sau khi upload xong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3538728"/>
            <a:ext cx="7680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Bình thường. Sau restart, nếu chưa cấu hình WiFi → tiếp tục ở AP mode.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041648"/>
            <a:ext cx="8412480" cy="329184"/>
          </a:xfrm>
          <a:prstGeom prst="rect">
            <a:avLst/>
          </a:prstGeom>
          <a:solidFill>
            <a:srgbClr val="2B2000"/>
          </a:solidFill>
          <a:ln w="12700">
            <a:solidFill>
              <a:srgbClr val="F7D4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Phải đủ cả 11 file. Thiếu updform.html.gz → chức năng update firmware không hoạt động.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Cấu hình lần đầu &amp; Settings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BOOT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02336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Nhập WiFi nhà tại 192.168.4.1 → Save → Reboot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52144"/>
            <a:ext cx="402336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→ ESP32 hiện IP trên màn hình TFT (vd: 192.168.1.19)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402336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996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→ Mở http://192.168.1.19 → giao diện web radio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810512"/>
            <a:ext cx="402336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28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→ Icon 🎵 → Import playlist.csv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39696"/>
            <a:ext cx="402336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57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→ Settings → Timezone: hours=7, min=0 → APPLY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402336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87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→ Settings → Controls → IR Recorder (gán remote)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54864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QUAN TRỌNG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822960"/>
            <a:ext cx="4206240" cy="21945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8412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9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042416"/>
            <a:ext cx="420624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0607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Smart Start: ON (tự phát khi bật nguồn)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298448"/>
            <a:ext cx="420624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31673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Audio Info: OFF (mặc định)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1554480"/>
            <a:ext cx="420624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5727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VU meter: OFF (WROOM không có PSRAM)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1810512"/>
            <a:ext cx="420624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8288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Audio buffer size: 7 (tối ưu cho I2S)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103120"/>
            <a:ext cx="4206240" cy="21945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1214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9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TIMEZONE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322576"/>
            <a:ext cx="420624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34086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Hours: 7  |  Minutes: 0  (UTC+7)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578608"/>
            <a:ext cx="420624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596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NTP server: pool.ntp.org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834640"/>
            <a:ext cx="420624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8529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→ Nhấn APPLY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3127248"/>
            <a:ext cx="4206240" cy="21945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1455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9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346704"/>
            <a:ext cx="420624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36499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show weather: 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3602736"/>
            <a:ext cx="420624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62102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Latitude/Longitude: nhập tọa độ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3858768"/>
            <a:ext cx="420624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8770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API key: từ openweathermap.org (2h active)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4114800"/>
            <a:ext cx="420624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1330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→ Nhấn APPLY (không phải DONE)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4407408"/>
            <a:ext cx="4206240" cy="21945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442569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9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63440" y="4626864"/>
            <a:ext cx="420624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46451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Telnet server: 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4882896"/>
            <a:ext cx="420624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490118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Audio watchdog: 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4F"/>
          </a:solidFill>
          <a:ln w="12700">
            <a:solidFill>
              <a:srgbClr val="F793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Điều khiển thiết bị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ENCODER KY-040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4206240" cy="196596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</a:tblGrid>
              <a:tr h="2808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Xoay phải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Tăng âm lượng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Xoay trái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Giảm âm lượng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Nhấn 1 lần (SW)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 / Stop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Nhấn 2 lần nhanh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Chuyển WEB ↔ SD Card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Nhấn giữ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Hiện / ẩn playlist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Xoay khi ở playlist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chuyển lên / xuống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Nhấn 1 lần khi ở playlist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Chọn đài / bài nhạc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5669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TOUCHSCREEN XPT2046</a:t>
            </a:r>
            <a:endParaRPr lang="en-US" sz="11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822960"/>
          <a:ext cx="4114800" cy="141732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Vuốt ngang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Chỉnh âm lượng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Vuốt dọc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Chọn đài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Tap 1 lần (PLAYER mode)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 / Stop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Tap 1 lần (PLAYLIST mode)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Chọn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8A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Giữ tap (PLAYLIST mode)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Hủy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288036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IR (gán qua Settings → Controls → IR Recorder)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65760" y="3200400"/>
            <a:ext cx="27432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38912" y="32278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D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⏯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05840" y="32644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/ Stop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172968" y="3200400"/>
            <a:ext cx="27432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46120" y="32278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D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⏮ / ⏭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813048" y="32644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Đài trước / sau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80176" y="3200400"/>
            <a:ext cx="27432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53328" y="32278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D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/ ▼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620256" y="32644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Vol+ / Vol−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65760" y="3584448"/>
            <a:ext cx="27432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38912" y="3611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D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(hash)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005840" y="36484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Hiện/ẩn playlist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172968" y="3584448"/>
            <a:ext cx="27432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246120" y="3611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D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0–9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3813048" y="36484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số đài trực tiếp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980176" y="3584448"/>
            <a:ext cx="27432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053328" y="3611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D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▲▼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620256" y="36484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Chỉnh âm lượng nhanh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365760" y="40416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 CARD MODE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365760" y="4315968"/>
            <a:ext cx="84124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433425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dạng: FAT32  ·  File hỗ trợ: .mp3 .aac .m4a .wav .flac  ·  Tìm file theo 3 cấp thư mục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mode: Nhấn đôi nút SW encoder  ·  Tạo file .nomedia để bỏ qua thư mục  ·  Lần đầu: tự indexing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504F"/>
          </a:solidFill>
          <a:ln w="12700">
            <a:solidFill>
              <a:srgbClr val="F750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Troubleshooting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48640"/>
          <a:ext cx="8412480" cy="438912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4023360"/>
              </a:tblGrid>
              <a:tr h="399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Triệu chứng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Nguyên nhân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Cách sửa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75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Lỗi compile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 2.x, core 3.x, hoặc cài thư viện built-in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Dùng IDE 1.8.19 + core 2.x. Gỡ IRremoteESP8266, ESP32-audioI2S nếu đã cài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75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Màn hình trắng/đen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 chân CS/DC/RST hoặc thiếu dây 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tra IO5/IO4/IO15. Dây RST→IO15 phải cắm thực sự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75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có âm thanh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 I2S pins hoặc thiếu VS1053_CS 255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tra IO25/26/27. Thêm #define VS1053_CS 255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75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interface trắng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Chưa upload 11 file data/www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nối yoRadioAP → upload đủ 11 file qua 192.168.4.1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75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Icon WiFi lạ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Chưa thay glcdfont.c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Thay file glcdfont.c trong Adafruit_GFX_Library → Restart 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75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 không phản hồi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 chân T_CS hoặc T_DO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T_CS=IO16, T_DO=IO19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75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ngược chiều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Đổi ngược CLK/DT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Đổi chỗ 2 dây vật lý, hoặc đổi ENC_BTNL↔ENC_BTNR trong myoptions.h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75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to connect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không vào bootloader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Giữ BOOT → nhấn Upload → thả BOOT khi thấy "Connecting..."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75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 không nhận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Dây bus lỏng hoặc sai 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tra IO17(CS), IO18(SCK), IO19(MISO), IO23(MOSI)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99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75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tiết không hiện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Chưa nhấn APPLY hoặc API key mới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Settings→Weather→APPLY. API key mới cần tối đa 2 giờ để 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965192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github.com/e2002/yoradio · v0.9.720 · Hướng dẫn đã xác minh qua source code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YoRadio - Hướng Dẫn Đầy Đủ v2</dc:title>
  <dc:subject>PptxGenJS Presentation</dc:subject>
  <dc:creator>PptxGenJS</dc:creator>
  <cp:lastModifiedBy>PptxGenJS</cp:lastModifiedBy>
  <cp:revision>1</cp:revision>
  <dcterms:created xsi:type="dcterms:W3CDTF">2026-04-26T22:01:20Z</dcterms:created>
  <dcterms:modified xsi:type="dcterms:W3CDTF">2026-04-26T22:01:20Z</dcterms:modified>
</cp:coreProperties>
</file>