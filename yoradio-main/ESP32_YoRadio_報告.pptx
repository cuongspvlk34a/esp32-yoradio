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274320"/>
            <a:ext cx="3657600" cy="3657600"/>
          </a:xfrm>
          <a:prstGeom prst="ellipse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502920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1691640" cy="292608"/>
          </a:xfrm>
          <a:prstGeom prst="rect">
            <a:avLst/>
          </a:prstGeom>
          <a:solidFill>
            <a:srgbClr val="1F6FEB">
              <a:alpha val="25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ESP32-WROOM-32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40280" y="256032"/>
            <a:ext cx="1691640" cy="292608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280" y="2560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YoRadio v0.9.720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69080" y="256032"/>
            <a:ext cx="1691640" cy="292608"/>
          </a:xfrm>
          <a:prstGeom prst="rect">
            <a:avLst/>
          </a:prstGeom>
          <a:solidFill>
            <a:srgbClr val="BC8CFF">
              <a:alpha val="2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9080" y="2560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188 電台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7315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網路廣播電台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11480" y="14173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YoRadio 專題實作報告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1480" y="1901952"/>
            <a:ext cx="34747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0299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11480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硬體模組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554480" y="20299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554480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安裝步驟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97480" y="20299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2697480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有效電台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0" y="20299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3840480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控制方式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1752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github.com/e2002/yoradio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3657600"/>
            <a:ext cx="914400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74320" y="3794760"/>
            <a:ext cx="1371600" cy="1143000"/>
          </a:xfrm>
          <a:prstGeom prst="rect">
            <a:avLst/>
          </a:prstGeom>
          <a:solidFill>
            <a:srgbClr val="21262D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4320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783080" y="3794760"/>
            <a:ext cx="1371600" cy="114300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783080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291840" y="3794760"/>
            <a:ext cx="1371600" cy="114300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91840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ST7789V 2.8"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800600" y="3794760"/>
            <a:ext cx="1371600" cy="1143000"/>
          </a:xfrm>
          <a:prstGeom prst="rect">
            <a:avLst/>
          </a:prstGeom>
          <a:solidFill>
            <a:srgbClr val="21262D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00600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KY-040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309360" y="3794760"/>
            <a:ext cx="1371600" cy="1143000"/>
          </a:xfrm>
          <a:prstGeom prst="rect">
            <a:avLst/>
          </a:prstGeom>
          <a:solidFill>
            <a:srgbClr val="21262D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309360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IR1838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818120" y="3794760"/>
            <a:ext cx="1371600" cy="1143000"/>
          </a:xfrm>
          <a:prstGeom prst="rect">
            <a:avLst/>
          </a:prstGeom>
          <a:solidFill>
            <a:srgbClr val="21262D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818120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4Ω喇叭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專題目標與概述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685800"/>
            <a:ext cx="274320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685800"/>
            <a:ext cx="27432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8229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795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網路串流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8328" y="12527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透過家用WiFi連接網路廣播電台，收聽全球MP3/AAC/HLS串流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4680" y="685800"/>
            <a:ext cx="274320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685800"/>
            <a:ext cx="27432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82296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85032" y="795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TFT觸控顯示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64408" y="12527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ST7789V 2.8"顯示電台名稱、音量、狀態，XPT2046觸控操作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685800"/>
            <a:ext cx="274320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80760" y="685800"/>
            <a:ext cx="27432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8229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11112" y="795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I2S高品質音訊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90488" y="12527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 D類數位放大器，I2S數位傳輸，3W@4Ω輸出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28600" y="2606040"/>
            <a:ext cx="274320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28600" y="2606040"/>
            <a:ext cx="274320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7432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" y="2715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多種控制方式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38328" y="31729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旋轉編碼器、觸控螢幕、紅外線遙控、網頁介面四合一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154680" y="2606040"/>
            <a:ext cx="274320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154680" y="2606040"/>
            <a:ext cx="27432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74320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685032" y="2715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188台播放清單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64408" y="31729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篩選越南21台＋台灣167台，排除過期token與無效串流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80760" y="2606040"/>
            <a:ext cx="274320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080760" y="2606040"/>
            <a:ext cx="274320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2743200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11112" y="2715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WebBoard無插件上傳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190488" y="31729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v0.9.720內建WebBoard，不需ESP32FS外掛，瀏覽器直接上傳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YoRadio 開源專案 | ESP32-WROOM-32（4MB Flash，無PSRAM）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硬體零件清單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685800"/>
            <a:ext cx="42062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685800"/>
            <a:ext cx="64008" cy="13258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955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7772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 DevKitC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2527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TYPE-C • CH340C • WiFi+BT • 240MHz • 4MB Flash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664208"/>
            <a:ext cx="1645920" cy="228600"/>
          </a:xfrm>
          <a:prstGeom prst="rect">
            <a:avLst/>
          </a:prstGeom>
          <a:solidFill>
            <a:srgbClr val="1F6FEB">
              <a:alpha val="20000"/>
            </a:srgbClr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664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主控制器／運算核心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60520" y="758952"/>
            <a:ext cx="201168" cy="201168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685800"/>
            <a:ext cx="42062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685800"/>
            <a:ext cx="64008" cy="1325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7955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7772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 I2S 放大器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2527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D類無濾波 • 3W@4Ω • I2S數位輸入 • 5V供電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00600" y="1664208"/>
            <a:ext cx="1645920" cy="228600"/>
          </a:xfrm>
          <a:prstGeom prst="rect">
            <a:avLst/>
          </a:prstGeom>
          <a:solidFill>
            <a:srgbClr val="3FB950">
              <a:alpha val="20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00600" y="1664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音訊放大／D/A轉換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595360" y="758952"/>
            <a:ext cx="201168" cy="201168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28600" y="2148840"/>
            <a:ext cx="42062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28600" y="2148840"/>
            <a:ext cx="64008" cy="13258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5856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4Ω 3W 喇叭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65760" y="2715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3525腔體 • 1.25mm端子 • 3W額定功率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65760" y="3127248"/>
            <a:ext cx="1645920" cy="228600"/>
          </a:xfrm>
          <a:prstGeom prst="rect">
            <a:avLst/>
          </a:prstGeom>
          <a:solidFill>
            <a:srgbClr val="8B949E">
              <a:alpha val="20000"/>
            </a:srgbClr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3127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音訊輸出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160520" y="2221992"/>
            <a:ext cx="201168" cy="201168"/>
          </a:xfrm>
          <a:prstGeom prst="rect">
            <a:avLst/>
          </a:prstGeom>
          <a:solidFill>
            <a:srgbClr val="8B94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663440" y="2148840"/>
            <a:ext cx="42062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663440" y="2148840"/>
            <a:ext cx="64008" cy="1325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58568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49240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FEIYANG 2.8" TFT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800600" y="2715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ST7789V 240×320 • SPI VSPI • XPT2046觸控 • SD卡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800600" y="3127248"/>
            <a:ext cx="1645920" cy="228600"/>
          </a:xfrm>
          <a:prstGeom prst="rect">
            <a:avLst/>
          </a:prstGeom>
          <a:solidFill>
            <a:srgbClr val="58A6FF">
              <a:alpha val="20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800600" y="3127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顯示器＋觸控＋SD卡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595360" y="2221992"/>
            <a:ext cx="201168" cy="201168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228600" y="3611880"/>
            <a:ext cx="42062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28600" y="3611880"/>
            <a:ext cx="64008" cy="13258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721608"/>
            <a:ext cx="457200" cy="457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14400" y="3703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KY-040 旋轉編碼器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65760" y="4178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360度 • 5V • 板載10K上拉 • CLK+DT+SW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365760" y="4590288"/>
            <a:ext cx="1645920" cy="228600"/>
          </a:xfrm>
          <a:prstGeom prst="rect">
            <a:avLst/>
          </a:prstGeom>
          <a:solidFill>
            <a:srgbClr val="D29922">
              <a:alpha val="20000"/>
            </a:srgbClr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65760" y="4590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音量調整＋選台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4160520" y="3685032"/>
            <a:ext cx="201168" cy="201168"/>
          </a:xfrm>
          <a:prstGeom prst="rect">
            <a:avLst/>
          </a:prstGeom>
          <a:solidFill>
            <a:srgbClr val="D299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663440" y="3611880"/>
            <a:ext cx="42062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663440" y="3611880"/>
            <a:ext cx="64008" cy="13258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721608"/>
            <a:ext cx="457200" cy="4572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349240" y="3703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IR1838 紅外線接收器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4800600" y="4178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38kHz • 3.3V • 3腳 • IO36 input-only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4800600" y="4590288"/>
            <a:ext cx="1645920" cy="228600"/>
          </a:xfrm>
          <a:prstGeom prst="rect">
            <a:avLst/>
          </a:prstGeom>
          <a:solidFill>
            <a:srgbClr val="BC8CFF">
              <a:alpha val="20000"/>
            </a:srgbClr>
          </a:solidFill>
          <a:ln w="10160">
            <a:solidFill>
              <a:srgbClr val="BC8CFF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800600" y="4590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遙控器接收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8595360" y="3685032"/>
            <a:ext cx="201168" cy="201168"/>
          </a:xfrm>
          <a:prstGeom prst="rect">
            <a:avLst/>
          </a:prstGeom>
          <a:solidFill>
            <a:srgbClr val="BC8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接線示意圖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91840" y="1691640"/>
            <a:ext cx="2560320" cy="2286000"/>
          </a:xfrm>
          <a:prstGeom prst="rect">
            <a:avLst/>
          </a:prstGeom>
          <a:solidFill>
            <a:srgbClr val="21262D"/>
          </a:solidFill>
          <a:ln w="254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WROOM-32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IO5/4/15  TFT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83280" y="2743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IO16  T_CS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83280" y="29260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IO17  SD_CS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0" y="3108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IO18/23/19  VSPI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3280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IO27/26/25  I2S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0" y="3474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IO34/35/32  ENC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0" y="3657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IO36  IR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" y="1097280"/>
            <a:ext cx="21031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1170432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ST7789V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XPT2046觸控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SD卡 (VSPI)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94560" y="1920240"/>
            <a:ext cx="1097280" cy="182880"/>
          </a:xfrm>
          <a:prstGeom prst="line">
            <a:avLst/>
          </a:prstGeom>
          <a:noFill/>
          <a:ln w="19050">
            <a:solidFill>
              <a:srgbClr val="58A6FF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6949440" y="1097280"/>
            <a:ext cx="201168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17043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I2S放大器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IO27/26/25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2148840"/>
            <a:ext cx="1097280" cy="-228600"/>
          </a:xfrm>
          <a:prstGeom prst="line">
            <a:avLst/>
          </a:prstGeom>
          <a:noFill/>
          <a:ln w="19050">
            <a:solidFill>
              <a:srgbClr val="3FB950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91440" y="3200400"/>
            <a:ext cx="210312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" y="32735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KY-040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旋轉編碼器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IO34/35/32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94560" y="3566160"/>
            <a:ext cx="109728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6949440" y="3200400"/>
            <a:ext cx="201168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32735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IR1838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紅外線接收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IO36 (VP)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3566160"/>
            <a:ext cx="109728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3474720" y="4343400"/>
            <a:ext cx="219456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416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4Ω 3W 喇叭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OUTP/OUTN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3977640"/>
            <a:ext cx="0" cy="365760"/>
          </a:xfrm>
          <a:prstGeom prst="line">
            <a:avLst/>
          </a:prstGeom>
          <a:noFill/>
          <a:ln w="19050">
            <a:solidFill>
              <a:srgbClr val="8B949E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3291840" y="4069080"/>
            <a:ext cx="2560320" cy="2286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VSPI共用：SCK=IO18 / MOSI=IO23 / MISO=IO19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myoptions.h 設定檔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685800"/>
            <a:ext cx="5349240" cy="4251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685800"/>
            <a:ext cx="534924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85800"/>
            <a:ext cx="1371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myoptions.h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2120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DSP_MODEL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DSP_ST7789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TFT_CS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5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TFT_DC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4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TFT_RST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15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TS_MODEL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TS_MODEL_XPT2046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TS_CS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16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SDC_CS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17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I2S_DOUT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27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I2S_BCLK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26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I2S_LRC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25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VS1053_CS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255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ENC_BTNL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34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ENC_BTNR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35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ENC_BTNB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32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ENC_INTERNALPULLUP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false
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IR_PIN</a:t>
            </a:r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36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15000" y="685800"/>
            <a:ext cx="32004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685800"/>
            <a:ext cx="3108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驗證清單（10項）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16128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89320" y="11155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DSP_ST7789 透過 displayST7789.h 驗證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54533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149961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VSPI共用 SCK/MOSI/MISO，CS獨立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92938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9320" y="18836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IO34/35/36 為 input-only，完全合法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31343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9320" y="22677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ENC_INTERNALPULLUP=false（KY-040已有10K上拉）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69748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89320" y="2651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VS1053_CS=255 明確停用（README規定）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2" y="308152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89320" y="303580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IRremoteESP8266 已內建，不可重複安裝</a:t>
            </a:r>
            <a:endParaRPr lang="en-US" sz="9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432" y="3465576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989320" y="341985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AsyncTCP 已修正 XTASK_MEM_SIZE=1024×5</a:t>
            </a:r>
            <a:endParaRPr lang="en-US" sz="9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2432" y="3849624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989320" y="38039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TFT_CS=IO5 strapping腳，開機不影響</a:t>
            </a:r>
            <a:endParaRPr lang="en-US" sz="9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4233672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989320" y="41879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glcdfont.c 需複製至 Adafruit_GFX_Library</a:t>
            </a:r>
            <a:endParaRPr lang="en-US" sz="9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2432" y="4617720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989320" y="457200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繁體中文無法顯示（記憶體限制）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軟體安裝流程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95528"/>
            <a:ext cx="475488" cy="47548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95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822960"/>
            <a:ext cx="685800" cy="219456"/>
          </a:xfrm>
          <a:prstGeom prst="rect">
            <a:avLst/>
          </a:prstGeom>
          <a:solidFill>
            <a:srgbClr val="F85149">
              <a:alpha val="25000"/>
            </a:srgbClr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8229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2608" y="13167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1.8.19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72821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必須使用 Legacy 版本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IDE 2.x 完全不支援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795528"/>
            <a:ext cx="475488" cy="47548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95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822960"/>
            <a:ext cx="685800" cy="219456"/>
          </a:xfrm>
          <a:prstGeom prst="rect">
            <a:avLst/>
          </a:prstGeom>
          <a:solidFill>
            <a:srgbClr val="F85149">
              <a:alpha val="25000"/>
            </a:srgbClr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8229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64408" y="13167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Core 2.0.17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72821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Systems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Core 3.x 尚未穩定支援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658368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795528"/>
            <a:ext cx="475488" cy="47548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795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822960"/>
            <a:ext cx="685800" cy="219456"/>
          </a:xfrm>
          <a:prstGeom prst="rect">
            <a:avLst/>
          </a:prstGeom>
          <a:solidFill>
            <a:srgbClr val="F85149">
              <a:alpha val="25000"/>
            </a:srgbClr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8229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36208" y="13167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安裝函式庫（5個）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172821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GFX • ST7789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OneButton • XPT2046 • ESP32-audioI2S（ZIP）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74320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80360"/>
            <a:ext cx="475488" cy="47548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86000" y="2907792"/>
            <a:ext cx="685800" cy="219456"/>
          </a:xfrm>
          <a:prstGeom prst="rect">
            <a:avLst/>
          </a:prstGeom>
          <a:solidFill>
            <a:srgbClr val="F85149">
              <a:alpha val="25000"/>
            </a:srgbClr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29077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禁止安裝（4個）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" y="381304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IRremoteESP8266 / ESPAsyncWebServer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AsyncTCP / async-mqtt-client 已內建！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54680" y="274320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880360"/>
            <a:ext cx="475488" cy="47548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57800" y="2907792"/>
            <a:ext cx="685800" cy="219456"/>
          </a:xfrm>
          <a:prstGeom prst="rect">
            <a:avLst/>
          </a:prstGeom>
          <a:solidFill>
            <a:srgbClr val="D29922">
              <a:alpha val="25000"/>
            </a:srgbClr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29077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64408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更換字型檔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64408" y="381304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yoRadio/fonts/glcdfont.c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Arduino/libraries/Adafruit_GFX_Library/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74320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2880360"/>
            <a:ext cx="475488" cy="475488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2907792"/>
            <a:ext cx="685800" cy="219456"/>
          </a:xfrm>
          <a:prstGeom prst="rect">
            <a:avLst/>
          </a:prstGeom>
          <a:solidFill>
            <a:srgbClr val="3FB950">
              <a:alpha val="25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29077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最後步驟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36208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WebBoard 上傳資料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36208" y="381304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 yoRadioAP → http://[IP]/webboard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 10 個 www/ 目錄檔案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4663440"/>
            <a:ext cx="8778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設定：Board=ESP32 Dev Module  •  Partition Scheme=Default 4MB with spiffs  •  PSRAM=Disabled  •  Upload Speed=921600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播放清單處理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664208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1323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" y="11887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越南原始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4081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電台數量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38528" y="658368"/>
            <a:ext cx="1664208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71323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38528" y="11887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越南有效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38528" y="14081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篩選後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94176" y="658368"/>
            <a:ext cx="1664208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71323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94176" y="11887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台灣原始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94176" y="14081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電台數量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9824" y="658368"/>
            <a:ext cx="1664208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71323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49824" y="11887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台灣有效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9824" y="14081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篩選後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05472" y="658368"/>
            <a:ext cx="1664208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71323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205472" y="11887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合計收錄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05472" y="14081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最終清單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1737360"/>
            <a:ext cx="8778240" cy="65836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7556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格式：電台名稱[TAB]串流URL[TAB]0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19933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VOV1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https://str.vov.gov.vn/vovlive/vov1vov5Vietnamese.sdp_aac/playlist.m3u8 	 0
</a:t>
            </a:r>
            <a:pPr algn="l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ICRT Taiwan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http://stream.rcs.revma.com/ypqhjrneygzuv 	 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剔除原則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880" y="2834640"/>
            <a:ext cx="283464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F85149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926080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4360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URL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74320" y="32552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Zeno.fm ?zt=eyJ... token 60秒後過期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108960" y="2834640"/>
            <a:ext cx="283464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F85149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926080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520440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Chunklist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200400" y="32552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VOH chunklist_w[數字].m3u8 每次session更新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035040" y="2834640"/>
            <a:ext cx="283464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F85149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926080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446520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ZMP3/Zing CDN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126480" y="32552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zmdcdn.me 需要auth session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182880" y="3749040"/>
            <a:ext cx="283464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F85149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256032" cy="25603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9436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電視影像串流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274320" y="4169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H.264 視訊流，ESP32無法解碼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3108960" y="3749040"/>
            <a:ext cx="283464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840480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52044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重複URL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3200400" y="4169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同一串流URL保留第一個名稱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6035040" y="3749040"/>
            <a:ext cx="283464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40480"/>
            <a:ext cx="256032" cy="25603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44652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隱藏字元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6126480" y="4169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Zero-Width Space U+200B 造成URL解析失敗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代表性電台列表（越南 21 台 ／ 台灣 167 台）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160520" cy="34747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越南電台（21台）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6984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6984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VOV1 Quoc gia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25272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VOV2 Van hoa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43560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3560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VOV3 AM Nhac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61848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VOV Giao thong Ha Noi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80136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0136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VOV Giao thong HCM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198424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VOH TPHCM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16712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16712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VTC1 Radio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235000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VTC Now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53288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53288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Lao Dong FM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271576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Tuoi Tre FM 99.9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89864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89864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Thanh Nien Radio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" y="308152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Dan Tri Radio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26440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6440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Binh Duong FM 92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344728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Dong Nai Radio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63016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3016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Can Tho FM 100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381304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Hue FM 105.5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399592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99592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Da Nang FM 91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" y="417880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Bac Giang FM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436168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36168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Quang Ninh FM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" y="454456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Son La FM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4727448"/>
            <a:ext cx="41605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4727448"/>
            <a:ext cx="4069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 Ha Giang FM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658368"/>
            <a:ext cx="4297680" cy="347472"/>
          </a:xfrm>
          <a:prstGeom prst="rect">
            <a:avLst/>
          </a:prstGeom>
          <a:solidFill>
            <a:srgbClr val="1F6FEB">
              <a:alpha val="20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6583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🇹🇼 台灣電台（167台，代表20台）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106984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106984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ICRT FM100 Taiwan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125272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BCC News Radio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143560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143560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Hit FM 91.3 Taipei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161848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UFO 92.1 FM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180136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180136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KISS Radio 99.9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198424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Power FM 104.1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6712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6712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Zhong Guang News AM630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235000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Police Radio 104.9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253288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253288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Taiwan Radio TBS FM 103.3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09160" y="271576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Education Radio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289864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289864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Hakka Radio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09160" y="308152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Aboriginal Radio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63440" y="326440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26440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RTI Radio Int'l Chinese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09160" y="344728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RTI Radio English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63016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363016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RTI Radio Japanese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09160" y="381304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Taipei City Radio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399592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399592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New Taipei City Radio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709160" y="417880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Community Radio 1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63440" y="4361688"/>
            <a:ext cx="429768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09160" y="436168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Community Radio 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709160" y="4544568"/>
            <a:ext cx="42062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Community Radio 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電台名稱全部使用 ASCII 字元（無中文/越文調號），原因：utf8Rus.cpp 只支援 ASCII 與西里爾字母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技術問題分析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8778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22960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595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越南文調號顯示問題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0" y="768096"/>
            <a:ext cx="841248" cy="219456"/>
          </a:xfrm>
          <a:prstGeom prst="rect">
            <a:avLst/>
          </a:prstGeom>
          <a:solidFill>
            <a:srgbClr val="3FB950">
              <a:alpha val="25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7680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51560" y="10698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問題：utf8Rus.cpp 僅處理西里爾字母 (0xD0/0xD1)，越南文 Unicode (0xE1 0xBA-0xBF) 被忽略，電台名稱顯示亂碼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51560" y="1225296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解決：playlist.csv 電台名稱改用無調號ASCII拼音（如「VOV Giao thong Ha Noi」）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2880" y="1527048"/>
            <a:ext cx="8778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" y="1691640"/>
            <a:ext cx="384048" cy="38404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2821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1618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繁體中文無法顯示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01000" y="1636776"/>
            <a:ext cx="841248" cy="219456"/>
          </a:xfrm>
          <a:prstGeom prst="rect">
            <a:avLst/>
          </a:prstGeom>
          <a:solidFill>
            <a:srgbClr val="D29922">
              <a:alpha val="25000"/>
            </a:srgbClr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01000" y="16367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硬體限制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051560" y="19385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問題：glcdfont.c 只有256個5×7點陣字形（ASCII範圍），CJK字型需3000-6000字形，佔用數百KB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051560" y="2093976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限制：ESP32-WROOM-32（無PSRAM）無法容納，音訊播放不受影響，名稱使用英文縮寫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82880" y="2395728"/>
            <a:ext cx="8778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6032" y="2560320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03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9689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IRremoteESP8266 衝突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001000" y="2505456"/>
            <a:ext cx="841248" cy="219456"/>
          </a:xfrm>
          <a:prstGeom prst="rect">
            <a:avLst/>
          </a:prstGeom>
          <a:solidFill>
            <a:srgbClr val="3FB950">
              <a:alpha val="25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01000" y="25054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051560" y="2807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問題：從Library Manager安裝IRremoteESP8266導致 duplicate symbol 編譯錯誤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051560" y="2962656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解決：v0.9.337b起已內建於 src/IRremoteESP8266/，完全不可從外部安裝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182880" y="3264408"/>
            <a:ext cx="8778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56032" y="3429000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56032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465576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51560" y="3355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AsyncTCP 記憶體問題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001000" y="3374136"/>
            <a:ext cx="841248" cy="219456"/>
          </a:xfrm>
          <a:prstGeom prst="rect">
            <a:avLst/>
          </a:prstGeom>
          <a:solidFill>
            <a:srgbClr val="3FB950">
              <a:alpha val="25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001000" y="33741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1051560" y="36758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問題：原始AsyncTCP的XTASK_MEM_SIZE不足，導致任務堆疊溢出崩潰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1051560" y="3831336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解決：YoRadio內建版已修正為1024×5，不需手動修改任何外部檔案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182880" y="4133088"/>
            <a:ext cx="8778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56032" y="4297680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56032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334256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05156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SPIFFS/ESP32FS上傳方式改變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8001000" y="4242816"/>
            <a:ext cx="841248" cy="219456"/>
          </a:xfrm>
          <a:prstGeom prst="rect">
            <a:avLst/>
          </a:prstGeom>
          <a:solidFill>
            <a:srgbClr val="3FB950">
              <a:alpha val="25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001000" y="424281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1051560" y="45445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問題：舊版教學使用ESP32FS Plugin上傳SPIFFS，但v0.9.000後已過時，新版IDE不支援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1051560" y="4700016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解決：v0.9.000起使用內建WebBoard上傳器，透過瀏覽器直接上傳10個www/檔案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系統運作流程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82880" y="713232"/>
            <a:ext cx="12344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713232"/>
            <a:ext cx="123444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216152"/>
            <a:ext cx="12344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啟動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051560"/>
            <a:ext cx="182880" cy="182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45920" y="713232"/>
            <a:ext cx="12344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0" y="713232"/>
            <a:ext cx="12344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592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WiFi連線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1216152"/>
            <a:ext cx="12344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連接家用網路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05156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08960" y="713232"/>
            <a:ext cx="12344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08960" y="713232"/>
            <a:ext cx="12344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0896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載入清單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108960" y="1216152"/>
            <a:ext cx="12344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讀取playlist.csv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051560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0" y="713232"/>
            <a:ext cx="12344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0" y="713232"/>
            <a:ext cx="123444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選台串流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0" y="1216152"/>
            <a:ext cx="12344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建立TCP/HTTP連線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10515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35040" y="713232"/>
            <a:ext cx="12344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35040" y="713232"/>
            <a:ext cx="123444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03504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解碼音訊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035040" y="1216152"/>
            <a:ext cx="12344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MP3/AAC/HLS解碼</a:t>
            </a:r>
            <a:endParaRPr lang="en-US" sz="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051560"/>
            <a:ext cx="182880" cy="1828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498080" y="713232"/>
            <a:ext cx="12344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498080" y="713232"/>
            <a:ext cx="12344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49808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I2S輸出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498080" y="1216152"/>
            <a:ext cx="12344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MAX98357放大→喇叭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8288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種控制方式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182880" y="2423160"/>
            <a:ext cx="20574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2514600"/>
            <a:ext cx="640080" cy="6400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74320" y="32186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KY-040 旋轉編碼器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274320" y="3639312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左旋=音量減 / 右旋=音量加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按下=選台確認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2395728" y="2423160"/>
            <a:ext cx="20574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2514600"/>
            <a:ext cx="640080" cy="6400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2487168" y="32186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XPT2046 觸控螢幕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2487168" y="3639312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觸控換台 / 靜音 / 設定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ST7789V顯示即時狀態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608576" y="2423160"/>
            <a:ext cx="20574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1808" y="2514600"/>
            <a:ext cx="640080" cy="6400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700016" y="32186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IR1838 紅外線遙控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700016" y="3639312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使用任意遙控器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38kHz載波接收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6821424" y="2423160"/>
            <a:ext cx="20574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2514600"/>
            <a:ext cx="640080" cy="64008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12864" y="32186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網頁介面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6912864" y="3639312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瀏覽器操作 / 編輯播放清單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http://[IP]/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成果總結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1920240" cy="1261872"/>
          </a:xfrm>
          <a:prstGeom prst="rect">
            <a:avLst/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444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有效電台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50592" y="658368"/>
            <a:ext cx="1920240" cy="12618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71323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450592" y="1444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硬體模組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26864" y="658368"/>
            <a:ext cx="1920240" cy="126187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71323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26864" y="1444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安裝步驟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03136" y="658368"/>
            <a:ext cx="1920240" cy="1261872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03136" y="71323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803136" y="1444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控制方式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8595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57984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1792" y="2103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成功實作全功能網路廣播電台，支援 MP3 / AAC / HLS 串流格式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496312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551176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1792" y="2496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精心篩選188個穩定電台清單，排除JWT token、動態chunklist等無效串流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74320" y="2889504"/>
            <a:ext cx="8595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944368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" y="28895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GPIO接線全部透過 myoptions.h source code 逐行驗證，確認無誤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4320" y="3282696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33756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1792" y="32826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 IRremoteESP8266 / AsyncTCP 已知衝突問題，不需手動修改任何檔案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274320" y="3675888"/>
            <a:ext cx="8595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73075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21792" y="3675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 WebBoard 上傳方式，無需安裝過時的 ESP32FS Plugin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12394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1792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完整文件化：README、HARDWARE、TROUBLESHOOTING、PLAYLIST_GUIDE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517136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1792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待改進：繁體中文 TFT 顯示（需要外掛 PSRAM 模組才能容納 CJK 字型）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F6FEB">
              <a:alpha val="10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371600"/>
            <a:ext cx="4572000" cy="4572000"/>
          </a:xfrm>
          <a:prstGeom prst="ellipse">
            <a:avLst/>
          </a:prstGeom>
          <a:solidFill>
            <a:srgbClr val="3FB950">
              <a:alpha val="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502920"/>
            <a:ext cx="21945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880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YoRadio 網路廣播電台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3493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成功實作 • 全面驗證 • 完整文件化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3977640"/>
            <a:ext cx="3657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409651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github.com/e2002/yoradio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1920240" cy="292608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572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YoRadio v0.9.720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560320" y="4572000"/>
            <a:ext cx="1920240" cy="292608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60320" y="4572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 IDE 1.8.19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0" y="4572000"/>
            <a:ext cx="1920240" cy="292608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0" y="4572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Core 2.0.17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583680" y="4572000"/>
            <a:ext cx="1920240" cy="292608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83680" y="4572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188 電台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YoRadio 網路廣播電台</dc:title>
  <dc:subject>PptxGenJS Presentation</dc:subject>
  <dc:creator>YoRadio 專題報告</dc:creator>
  <cp:lastModifiedBy>YoRadio 專題報告</cp:lastModifiedBy>
  <cp:revision>1</cp:revision>
  <dcterms:created xsi:type="dcterms:W3CDTF">2026-04-26T12:26:18Z</dcterms:created>
  <dcterms:modified xsi:type="dcterms:W3CDTF">2026-04-26T12:26:18Z</dcterms:modified>
</cp:coreProperties>
</file>